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开场：今天汇报 OurAI 问卷自由文本标签抽取子模块。重点三件事：为什么要引入这套方案、Prompt 怎么调优、怎么评测且防偏差。5 分钟，欢迎随时打断。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53.3% 是真实跑过 fallback 的数字。中央空调、探店、爹味这种网络词，规则根本抓不到。纯开放文本又没法给匹配算法消费。所以引出这套方案。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互动横切维度是 Q22 特有的，不替代主标签，叠加判断双人对打/安静陪伴/无信号。白名单校验保证 LLM 乱输也不会污染下游。三个开关都是环境变量，不需要重新部署。每个主标签下挂 2-3 个预设子标签，LLM 可以输出词表外的子标签，用 quote 字段锚回原文。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公平性设计很重要：12 条 few-shot 样本硬编码 ID 从评测集剔除，不然 #2 的准确率会虚高。CoT 的核心假设是让模型先说出语义链再分类，对词义清晰的网络词应该有效。few-shot 真正的价值不在主标签，而在子标签。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加成本这第三轴才看出真相——原来只看精度+速度，差点认定 #2 是 winner。GPT-4.1 本身已经吸收了大量分类任务训练数据，多塞 4 条 few-shot 是在教它已经会的事。调优前先跑零样本基线，别一上来就 few-shot+CoT，这是最值得带走的方法论。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为什么要网格调度：自由生成时 GPT-4.1 会全给 normal，longtail 根本没有足够样本量，prompt 调优就无从下手。empty 类型有限不靠 LLM 生成是个坑：LLM 生成的空回答往往是随便写一个短句，不是真实用户的敷衍模式。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负责人直接质疑同分布偏差——这是个真问题。如果只用 GPT-4.1 评测自己生成的数据，97.5% 可能是虚高。第一层：换三家模型跑，差距 ≤ 3pp，说明评测集通用。第二层：换生成源(Claude)、100% 人工筛选、longtail 比例翻倍，三重压力下还有 92.5%，且失败模式可解释。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结束语：单一的 97.5% 没什么了不起，关键是这套评测驱动+决策可追溯+偏差防护的方法本身可以迁到任何标签抽取任务上。Q&amp;A 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</a:rPr>
              <a:t>OurAI 问卷自由文本标签抽取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CBD5E0"/>
                </a:solidFill>
                <a:latin typeface="微软雅黑"/>
              </a:rPr>
              <a:t>固定主标签 + 动态子标签  ·  Prompt 调优  ·  评测驱动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A0AEC0"/>
                </a:solidFill>
                <a:latin typeface="微软雅黑"/>
              </a:rPr>
              <a:t>从关键词规则 53.3% 到 LLM 零样本 97.5%  ·  同分布偏差双重验证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微软雅黑"/>
              </a:rPr>
              <a:t>汇报人:项目组   · 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一 ·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微软雅黑"/>
              </a:rPr>
              <a:t>OurAI 问卷有三个开放性文本字段，天然不可计算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097279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571"/>
                <a:gridCol w="5225142"/>
                <a:gridCol w="3135085"/>
              </a:tblGrid>
              <a:tr h="42291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字段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下游用途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Q22  intro_prompt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第一次见面，你最希望一起做什么？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约会场景匹配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Q23  q19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你受不了对方什么？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关系雷区匹配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Q24  q20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对 TA 有什么补充要求？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择偶偏好匹配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微软雅黑"/>
              </a:rPr>
              <a:t>两种极端方案都走不通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023360"/>
          <a:ext cx="109727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581"/>
                <a:gridCol w="798021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纯关键词规则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fallback 实测主标签准确率仅 53.3%，网络词/否定句/并列结构全漏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纯开放文本直接入库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无法向量化检索，下游匹配推荐无法消费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77840"/>
            <a:ext cx="10972800" cy="73152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500">
                <a:solidFill>
                  <a:srgbClr val="2D3748"/>
                </a:solidFill>
                <a:latin typeface="微软雅黑"/>
              </a:rPr>
              <a:t>选型：固定主标签（保证可计算）+ 动态子标签（保留语义细节）+ LLM 抽取 + 关键词降级兜底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二 ·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微软雅黑"/>
              </a:rPr>
              <a:t>标签体系：三字段各自的主标签设计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09727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313"/>
                <a:gridCol w="4293704"/>
                <a:gridCol w="477078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字段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主标签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设计来源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Q22 场景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5 类 + 互动横切维度（强 / 弱 / null）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Z 世代约会消费数据 + 校园场景聚类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Q23 雷区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5 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Gottman「四骑士」+ 中文网络词聚类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Q24 补充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7 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Buss 择偶偏好量表 + 中文社交平台真实择偶帖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微软雅黑"/>
              </a:rPr>
              <a:t>抽取流程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输入文本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Prompt
构造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LLM 调用
OpenAI 兼容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主标签
白名单校验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06240"/>
            <a:ext cx="1463040" cy="777240"/>
          </a:xfrm>
          <a:prstGeom prst="roundRect">
            <a:avLst/>
          </a:prstGeom>
          <a:solidFill>
            <a:srgbClr val="38A169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输出
结构化标签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4590288"/>
            <a:ext cx="9144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74720" y="4590288"/>
            <a:ext cx="36576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4590288"/>
            <a:ext cx="64008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06640" y="4590288"/>
            <a:ext cx="64008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5212080"/>
            <a:ext cx="1828800" cy="594360"/>
          </a:xfrm>
          <a:prstGeom prst="roundRect">
            <a:avLst/>
          </a:prstGeom>
          <a:solidFill>
            <a:srgbClr val="808080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↓ API 失败
关键词降级兜底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2062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C5582"/>
                </a:solidFill>
                <a:latin typeface="微软雅黑"/>
              </a:rPr>
              <a:t>三个运行时开关</a:t>
            </a:r>
          </a:p>
          <a:p>
            <a:pPr algn="l"/>
            <a:r>
              <a:rPr sz="1100" b="0">
                <a:solidFill>
                  <a:srgbClr val="2C5582"/>
                </a:solidFill>
                <a:latin typeface="微软雅黑"/>
              </a:rPr>
              <a:t>FEW_SHOT=1</a:t>
            </a:r>
          </a:p>
          <a:p>
            <a:pPr algn="l"/>
            <a:r>
              <a:rPr sz="1100" b="0">
                <a:solidFill>
                  <a:srgbClr val="2C5582"/>
                </a:solidFill>
                <a:latin typeface="微软雅黑"/>
              </a:rPr>
              <a:t>COT=1</a:t>
            </a:r>
          </a:p>
          <a:p>
            <a:pPr algn="l"/>
            <a:r>
              <a:rPr sz="1100" b="0">
                <a:solidFill>
                  <a:srgbClr val="2C5582"/>
                </a:solidFill>
                <a:latin typeface="微软雅黑"/>
              </a:rPr>
              <a:t>自动降级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三 · Prompt 调优 — 实验设计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0"/>
                </a:solidFill>
                <a:latin typeface="微软雅黑"/>
              </a:rPr>
              <a:t>攻关目标：Q23 longtail 桶基线 76.5%（网络词：中央空调 / PUA / 时间管理大师——分类混乱）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微软雅黑"/>
              </a:rPr>
              <a:t>三组实验（同一 244 条评测集，剔除 few-shot 样本保证公平）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657600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/>
                        </a:rPr>
                        <a:t>实验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/>
                        </a:rPr>
                        <a:t>配置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/>
                        </a:rPr>
                        <a:t>核心思路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#4  零样本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当前 prompt，无额外示例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锚点基线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#2  +few-shot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每字段 4 条示例（normal / longtail / boundary / empty 四象限）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教格式 + 给网络词范例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#3  +few-shot+CoT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在 #2 基础上加 reasoning 字段，先翻译词义再选标签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让模型显式推理
中央空调→不专一→dishonesty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29200"/>
            <a:ext cx="10972800" cy="68580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>
                <a:solidFill>
                  <a:srgbClr val="2D3748"/>
                </a:solidFill>
                <a:latin typeface="微软雅黑"/>
              </a:rPr>
              <a:t>公平性保障：12 条 few-shot 样本硬编码 ID，评测时用 --exclude-few-shot 标志剔除（256→244）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C5582"/>
                </a:solidFill>
                <a:latin typeface="微软雅黑"/>
              </a:rPr>
              <a:t>few-shot 真正的价值：子标签命中率 Q22 +19pp（教会模型怎么从原文提炼 sub 字段）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三 · Prompt 调优 — 三轴结果与反直觉发现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828800"/>
                <a:gridCol w="1828800"/>
                <a:gridCol w="22860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实验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主标签准确率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平均耗时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Token / 样本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微软雅黑"/>
                        </a:rPr>
                        <a:t>成本相对基线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#4  零样本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97.5%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1464ms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732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基准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#2  +few-shot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96.7%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1603ms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1036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+41%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#3  +few-shot+CoT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97.5%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1573ms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1154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微软雅黑"/>
                        </a:rPr>
                        <a:t>+58%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474720"/>
            <a:ext cx="10972800" cy="5943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>
                <a:solidFill>
                  <a:srgbClr val="2D3748"/>
                </a:solidFill>
                <a:latin typeface="微软雅黑"/>
              </a:rPr>
              <a:t>⚠  反直觉发现：零样本最便宜，且与 #3 并列最准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微软雅黑"/>
              </a:rPr>
              <a:t>为什么 few-shot / CoT 没赢：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D3748"/>
                </a:solidFill>
                <a:latin typeface="微软雅黑"/>
              </a:rPr>
              <a:t>• few-shot 把 304 tok 固定堆在每次 prompt，主标签准确率没有对应提升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D3748"/>
                </a:solidFill>
                <a:latin typeface="微软雅黑"/>
              </a:rPr>
              <a:t>• CoT 仅修对 2 条 longtail，同时让互动维度准确率倒退 8.7pp（注意力分散副作用）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806440"/>
          <a:ext cx="1097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极致省钱 → #4 零样本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生产平衡 → #2 few-shot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longtail 高发字段 → 按字段开 CoT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四 · 评测体系 — 数据集构造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微软雅黑"/>
              </a:rPr>
              <a:t>三段式方法（总计 256 条，q22=85 / q23=87 / q24=84）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19456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人工种子
46 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121408"/>
            <a:ext cx="73152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1737360"/>
            <a:ext cx="292608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GPT-4.1 网格扩充
210 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121408"/>
            <a:ext cx="73152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0" y="1737360"/>
            <a:ext cx="219456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10% 人工抽检
22 条，合格率 100%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2121408"/>
            <a:ext cx="731520" cy="0"/>
          </a:xfrm>
          <a:prstGeom prst="bentConnector3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1737360"/>
            <a:ext cx="1645920" cy="777240"/>
          </a:xfrm>
          <a:prstGeom prst="roundRect">
            <a:avLst/>
          </a:prstGeom>
          <a:solidFill>
            <a:srgbClr val="38A169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256 条
样本池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微软雅黑"/>
              </a:rPr>
              <a:t>关键设计：按 (主标签 × category) 网格调度，强制扩充比例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200400"/>
          <a:ext cx="109727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469"/>
                <a:gridCol w="1431234"/>
                <a:gridCol w="6679095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/>
                        </a:rPr>
                        <a:t>category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/>
                        </a:rPr>
                        <a:t>比例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/>
                        </a:rPr>
                        <a:t>目的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normal  普通典型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让整体准确率有 baseline 意义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longtail  网络词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Prompt 调优有足够攻关样本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boundary  双主标签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测试边界判断能力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perturbation  否定/反问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测试语义鲁棒性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empty  敷衍/不答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种子覆盖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D3748"/>
                          </a:solidFill>
                          <a:latin typeface="微软雅黑"/>
                        </a:rPr>
                        <a:t>LLM 生成的空回答不可信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760720"/>
            <a:ext cx="10972800" cy="59436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>
                <a:solidFill>
                  <a:srgbClr val="2D3748"/>
                </a:solidFill>
                <a:latin typeface="微软雅黑"/>
              </a:rPr>
              <a:t>不做网格调度时 LLM 偷懒只生成 normal，longtail 样本严重不足，Prompt 调优无从下手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四 · 评测体系 — 指标 + 同分布偏差双重验证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微软雅黑"/>
              </a:rPr>
              <a:t>4 个核心指标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主标签准确率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∈ expected_main 即对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子标签宽松命中率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substring 双向匹配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互动维度准确率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仅 Q22，三值严格相等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空判召回率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should_skip 时必须为空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344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53030"/>
                </a:solidFill>
                <a:latin typeface="微软雅黑"/>
              </a:rPr>
              <a:t>同分布偏差双重验证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  <a:latin typeface="微软雅黑"/>
              </a:rPr>
              <a:t>第一层：跨模型对照（同 256 条）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57400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502"/>
                <a:gridCol w="1593668"/>
                <a:gridCol w="1593668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准确率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差距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GPT-4.1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97.5%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Claude 4.5/4.7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~95-97%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≤ 3pp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Gemini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~95-97%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≤ 3pp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566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  <a:latin typeface="微软雅黑"/>
              </a:rPr>
              <a:t>第二层：held-out 对照集（80 条异源 + longtail 45%）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31920"/>
          <a:ext cx="55778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185928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数据集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365D"/>
                          </a:solidFill>
                          <a:latin typeface="微软雅黑"/>
                        </a:rPr>
                        <a:t>主标签准确率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扩充集 256 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97.5%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Held-out 80 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D3748"/>
                          </a:solidFill>
                          <a:latin typeface="微软雅黑"/>
                        </a:rPr>
                        <a:t>92.5%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52578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6 条错全部是 longtail 标注分歧，非系统失败</a:t>
            </a:r>
          </a:p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normal / boundary / perturbation 全部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0972800" cy="594360"/>
          </a:xfrm>
          <a:prstGeom prst="roundRect">
            <a:avLst/>
          </a:prstGeom>
          <a:solidFill>
            <a:srgbClr val="C6F6D5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300">
                <a:solidFill>
                  <a:srgbClr val="2D3748"/>
                </a:solidFill>
                <a:latin typeface="微软雅黑"/>
              </a:rPr>
              <a:t>三家模型差距 ≤ 3pp + held-out 92.5%  →  同分布偏差在当前规模下可控，97.5% 不是自洽虚高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微软雅黑"/>
              </a:rPr>
              <a:t>五 · 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365D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365D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微软雅黑"/>
                        </a:rPr>
                        <a:t>方案可行性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微软雅黑"/>
                        </a:rPr>
                        <a:t>关键词规则 53.3%  →  LLM 零样本 97.5%，提升 44pp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微软雅黑"/>
                        </a:rPr>
                        <a:t>Prompt 调优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微软雅黑"/>
                        </a:rPr>
                        <a:t>零样本已是 Pareto 最优；few-shot 的真实价值在子标签（+19pp），不在主标签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微软雅黑"/>
                        </a:rPr>
                        <a:t>评测可信度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微软雅黑"/>
                        </a:rPr>
                        <a:t>双重验证确认同分布偏差可控，held-out 92.5% 是保守下界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微软雅黑"/>
              </a:rPr>
              <a:t>最值得复用的工程资产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0972800" cy="68580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>
                <a:solidFill>
                  <a:srgbClr val="2D3748"/>
                </a:solidFill>
                <a:latin typeface="微软雅黑"/>
              </a:rPr>
              <a:t>三段式评测数据集（种子→网格扩充→抽检）+ 5 类分桶指标 + ADR 决策记录  →  可迁移到任意标签抽取任务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微软雅黑"/>
              </a:rPr>
              <a:t>未来工作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D3748"/>
                </a:solidFill>
                <a:latin typeface="微软雅黑"/>
              </a:rPr>
              <a:t>• 跨领域迁移（DomainConfig 注入，验证电商 / 游戏场景）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D3748"/>
                </a:solidFill>
                <a:latin typeface="微软雅黑"/>
              </a:rPr>
              <a:t>• 工程化：请求队列 + 熔断 + Token usage 可观测性  ·  应用：匹配推荐赋能 / 冷启动对话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OurAI 问卷自由文本标签抽取 · 2026-06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